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4" r:id="rId5"/>
    <p:sldId id="265" r:id="rId6"/>
    <p:sldId id="266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校園附近美食地圖</a:t>
            </a:r>
            <a:endParaRPr dirty="0"/>
          </a:p>
          <a:p>
            <a:pPr algn="ctr">
              <a:defRPr sz="2200">
                <a:solidFill>
                  <a:srgbClr val="E86C00"/>
                </a:solidFill>
              </a:defRPr>
            </a:pPr>
            <a:r>
              <a:rPr dirty="0" err="1"/>
              <a:t>國立宜蘭大學</a:t>
            </a:r>
            <a:r>
              <a:rPr dirty="0"/>
              <a:t> · Python </a:t>
            </a:r>
            <a:r>
              <a:rPr dirty="0" err="1"/>
              <a:t>程式期末專題</a:t>
            </a:r>
            <a:endParaRPr dirty="0"/>
          </a:p>
          <a:p>
            <a:pPr algn="ctr">
              <a:defRPr sz="1400">
                <a:solidFill>
                  <a:srgbClr val="AABBCC"/>
                </a:solidFill>
              </a:defRPr>
            </a:pPr>
            <a:r>
              <a:rPr dirty="0" err="1"/>
              <a:t>作者：Boson</a:t>
            </a:r>
            <a:r>
              <a:rPr dirty="0"/>
              <a:t> Huang  |  </a:t>
            </a:r>
            <a:r>
              <a:rPr dirty="0" err="1"/>
              <a:t>雲端</a:t>
            </a:r>
            <a:r>
              <a:rPr dirty="0"/>
              <a:t> </a:t>
            </a:r>
            <a:r>
              <a:rPr dirty="0" err="1"/>
              <a:t>Demo：https</a:t>
            </a:r>
            <a:r>
              <a:rPr dirty="0"/>
              <a:t>://niu-foodmap.streamlit.app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(1) 動機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問題或任務描述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【</a:t>
            </a:r>
            <a:r>
              <a:rPr dirty="0" err="1"/>
              <a:t>現況痛點】宜大學生在校外覓食時，難以在「步行／單車可達」範圍內</a:t>
            </a:r>
            <a:r>
              <a:rPr dirty="0"/>
              <a:t>，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　</a:t>
            </a:r>
            <a:r>
              <a:rPr dirty="0" err="1"/>
              <a:t>依網路評價（星等＋評論量）快速排序、篩選餐廳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【</a:t>
            </a:r>
            <a:r>
              <a:rPr dirty="0" err="1"/>
              <a:t>具體問題</a:t>
            </a:r>
            <a:r>
              <a:rPr dirty="0"/>
              <a:t>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Google Maps </a:t>
            </a:r>
            <a:r>
              <a:rPr dirty="0" err="1"/>
              <a:t>預設排序</a:t>
            </a:r>
            <a:r>
              <a:rPr dirty="0"/>
              <a:t> ≠ </a:t>
            </a:r>
            <a:r>
              <a:rPr dirty="0" err="1"/>
              <a:t>距離</a:t>
            </a:r>
            <a:r>
              <a:rPr dirty="0"/>
              <a:t> + </a:t>
            </a:r>
            <a:r>
              <a:rPr dirty="0" err="1"/>
              <a:t>評價綜合考量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評論極少卻五星的店家容易誤導（需貝氏／加權修正</a:t>
            </a:r>
            <a:r>
              <a:rPr dirty="0"/>
              <a:t>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遠距高分店</a:t>
            </a:r>
            <a:r>
              <a:rPr dirty="0"/>
              <a:t> vs </a:t>
            </a:r>
            <a:r>
              <a:rPr dirty="0" err="1"/>
              <a:t>近距普通店</a:t>
            </a:r>
            <a:r>
              <a:rPr dirty="0"/>
              <a:t> — </a:t>
            </a:r>
            <a:r>
              <a:rPr dirty="0" err="1"/>
              <a:t>難以一次比較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選擇困難：不知道「今天吃什麼</a:t>
            </a:r>
            <a:r>
              <a:rPr dirty="0"/>
              <a:t>」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【</a:t>
            </a:r>
            <a:r>
              <a:rPr dirty="0" err="1"/>
              <a:t>任務】開發「宜大校本部周邊美食地圖」系統</a:t>
            </a:r>
            <a:r>
              <a:rPr dirty="0"/>
              <a:t>，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　</a:t>
            </a:r>
            <a:r>
              <a:rPr dirty="0" err="1"/>
              <a:t>整合距離計算、多種評分算法、互動地圖與轉盤選店功能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(2) 目標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欲達成之目標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【</a:t>
            </a:r>
            <a:r>
              <a:rPr dirty="0" err="1"/>
              <a:t>功能目標</a:t>
            </a:r>
            <a:r>
              <a:rPr dirty="0"/>
              <a:t>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FR-1：依校園中心座標 + </a:t>
            </a:r>
            <a:r>
              <a:rPr dirty="0" err="1"/>
              <a:t>半徑（km）篩選周邊餐廳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FR-2：四種排序 — </a:t>
            </a:r>
            <a:r>
              <a:rPr dirty="0" err="1"/>
              <a:t>綜合分／貝氏星等／黃氏星等／距離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FR-3：CLI </a:t>
            </a:r>
            <a:r>
              <a:rPr dirty="0" err="1"/>
              <a:t>輸出</a:t>
            </a:r>
            <a:r>
              <a:rPr dirty="0"/>
              <a:t> </a:t>
            </a:r>
            <a:r>
              <a:rPr dirty="0" err="1"/>
              <a:t>table／json，含</a:t>
            </a:r>
            <a:r>
              <a:rPr dirty="0"/>
              <a:t> Google Maps </a:t>
            </a:r>
            <a:r>
              <a:rPr dirty="0" err="1"/>
              <a:t>連結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FR-4：Streamlit </a:t>
            </a:r>
            <a:r>
              <a:rPr dirty="0" err="1"/>
              <a:t>雙分頁</a:t>
            </a:r>
            <a:r>
              <a:rPr dirty="0"/>
              <a:t> — </a:t>
            </a:r>
            <a:r>
              <a:rPr dirty="0" err="1"/>
              <a:t>美食地圖</a:t>
            </a:r>
            <a:r>
              <a:rPr dirty="0"/>
              <a:t> + </a:t>
            </a:r>
            <a:r>
              <a:rPr dirty="0" err="1"/>
              <a:t>轉盤選擇器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FR-5：支援自訂 JSON </a:t>
            </a:r>
            <a:r>
              <a:rPr dirty="0" err="1"/>
              <a:t>資料（Mock</a:t>
            </a:r>
            <a:r>
              <a:rPr dirty="0"/>
              <a:t> 或 Google Places </a:t>
            </a:r>
            <a:r>
              <a:rPr dirty="0" err="1"/>
              <a:t>快取</a:t>
            </a:r>
            <a:r>
              <a:rPr dirty="0"/>
              <a:t>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【</a:t>
            </a:r>
            <a:r>
              <a:rPr dirty="0" err="1"/>
              <a:t>品質目標</a:t>
            </a:r>
            <a:r>
              <a:rPr dirty="0"/>
              <a:t>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67 項 </a:t>
            </a:r>
            <a:r>
              <a:rPr dirty="0" err="1"/>
              <a:t>pytest</a:t>
            </a:r>
            <a:r>
              <a:rPr dirty="0"/>
              <a:t> </a:t>
            </a:r>
            <a:r>
              <a:rPr dirty="0" err="1"/>
              <a:t>全綠，coverage</a:t>
            </a:r>
            <a:r>
              <a:rPr dirty="0"/>
              <a:t> ≥ 70%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查詢時不打</a:t>
            </a:r>
            <a:r>
              <a:rPr dirty="0"/>
              <a:t> API — 離線快取，p95 </a:t>
            </a:r>
            <a:r>
              <a:rPr dirty="0" err="1"/>
              <a:t>延遲</a:t>
            </a:r>
            <a:r>
              <a:rPr dirty="0"/>
              <a:t> ≤ 120ms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部署至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Cloud，供系上／同學即時使用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實作過程與方法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1 — </a:t>
            </a:r>
            <a:r>
              <a:rPr dirty="0" err="1"/>
              <a:t>需求分析：PRD</a:t>
            </a:r>
            <a:r>
              <a:rPr dirty="0"/>
              <a:t> </a:t>
            </a:r>
            <a:r>
              <a:rPr dirty="0" err="1"/>
              <a:t>定義</a:t>
            </a:r>
            <a:r>
              <a:rPr dirty="0"/>
              <a:t> FR-1~5、宜大校本部座標 (24.7464, 121.7457)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2 — TDD </a:t>
            </a:r>
            <a:r>
              <a:rPr dirty="0" err="1"/>
              <a:t>開發：先寫</a:t>
            </a:r>
            <a:r>
              <a:rPr dirty="0"/>
              <a:t> tests/，</a:t>
            </a:r>
            <a:r>
              <a:rPr dirty="0" err="1"/>
              <a:t>再實作</a:t>
            </a:r>
            <a:r>
              <a:rPr dirty="0"/>
              <a:t> scoring → distance → service → CLI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3 — </a:t>
            </a:r>
            <a:r>
              <a:rPr dirty="0" err="1"/>
              <a:t>資料管線：Google</a:t>
            </a:r>
            <a:r>
              <a:rPr dirty="0"/>
              <a:t> Places </a:t>
            </a:r>
            <a:r>
              <a:rPr dirty="0" err="1"/>
              <a:t>格網密集抓取</a:t>
            </a:r>
            <a:r>
              <a:rPr dirty="0"/>
              <a:t> (~100 家) → JSON </a:t>
            </a:r>
            <a:r>
              <a:rPr dirty="0" err="1"/>
              <a:t>離線快取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4 —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UI：表格</a:t>
            </a:r>
            <a:r>
              <a:rPr dirty="0"/>
              <a:t> 11 欄 + </a:t>
            </a:r>
            <a:r>
              <a:rPr dirty="0" err="1"/>
              <a:t>點列連動地圖</a:t>
            </a:r>
            <a:r>
              <a:rPr dirty="0"/>
              <a:t> + </a:t>
            </a:r>
            <a:r>
              <a:rPr dirty="0" err="1"/>
              <a:t>側欄篩選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5 — </a:t>
            </a:r>
            <a:r>
              <a:rPr dirty="0" err="1"/>
              <a:t>轉盤功能：SVG</a:t>
            </a:r>
            <a:r>
              <a:rPr dirty="0"/>
              <a:t> </a:t>
            </a:r>
            <a:r>
              <a:rPr dirty="0" err="1"/>
              <a:t>扇形盤</a:t>
            </a:r>
            <a:r>
              <a:rPr dirty="0"/>
              <a:t> + </a:t>
            </a:r>
            <a:r>
              <a:rPr dirty="0" err="1"/>
              <a:t>角度對齊</a:t>
            </a:r>
            <a:r>
              <a:rPr dirty="0"/>
              <a:t> </a:t>
            </a:r>
            <a:r>
              <a:rPr dirty="0" err="1"/>
              <a:t>helper（Python</a:t>
            </a:r>
            <a:r>
              <a:rPr dirty="0"/>
              <a:t>/JS </a:t>
            </a:r>
            <a:r>
              <a:rPr dirty="0" err="1"/>
              <a:t>同邏輯可測</a:t>
            </a:r>
            <a:r>
              <a:rPr dirty="0"/>
              <a:t>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6 — 品質保證：67 </a:t>
            </a:r>
            <a:r>
              <a:rPr dirty="0" err="1"/>
              <a:t>tests、integrity</a:t>
            </a:r>
            <a:r>
              <a:rPr dirty="0"/>
              <a:t> SHA256 </a:t>
            </a:r>
            <a:r>
              <a:rPr dirty="0" err="1"/>
              <a:t>驗證、GitHub</a:t>
            </a:r>
            <a:r>
              <a:rPr dirty="0"/>
              <a:t> Actions CI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dirty="0"/>
              <a:t>Step 7 — </a:t>
            </a:r>
            <a:r>
              <a:rPr dirty="0" err="1"/>
              <a:t>雲端部署：push</a:t>
            </a:r>
            <a:r>
              <a:rPr dirty="0"/>
              <a:t> → </a:t>
            </a:r>
            <a:r>
              <a:rPr dirty="0" err="1"/>
              <a:t>Streamlit</a:t>
            </a:r>
            <a:r>
              <a:rPr dirty="0"/>
              <a:t> Cloud </a:t>
            </a:r>
            <a:r>
              <a:rPr dirty="0" err="1"/>
              <a:t>自動</a:t>
            </a:r>
            <a:r>
              <a:rPr dirty="0"/>
              <a:t> redeploy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Streamlit 功能一覽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分頁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技術細節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🗺️ 美食地圖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餐廳清單 + 互動地圖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st.dataframe 11 欄；點列 → 地圖定位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Google Maps 一鍵跳轉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LinkColumn + st.link_button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綜合分數說明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公式 + 實例（Muze／炸醬麵）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🎡 轉盤選擇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隨機選店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綜合分 Top 30 等機率抽選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SVG 扇形轉盤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指針 = 結果 # 一致；多次旋轉不偏移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頁尾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作者 + 瀏覽人次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counterapi.dev 瀏覽器端計數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程式碼節錄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service.py — 效能路徑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4754880"/>
          </a:xfrm>
          <a:prstGeom prst="rect">
            <a:avLst/>
          </a:prstGeom>
          <a:solidFill>
            <a:srgbClr val="2D2D2D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# FoodMapService.rank_nearby() 核心流程</a:t>
            </a:r>
            <a:br/>
            <a:r>
              <a:t>1. bbox 粗篩（approx_in_radius_bbox）</a:t>
            </a:r>
            <a:br/>
            <a:r>
              <a:t>2. haversine 精算距離（distance.py）</a:t>
            </a:r>
            <a:br/>
            <a:r>
              <a:t>3. 計算 bayesian / huang / composite 分數</a:t>
            </a:r>
            <a:br/>
            <a:r>
              <a:t>4. heapq 取 top-k（O(n log k)，非全排序）</a:t>
            </a:r>
            <a:br/>
            <a:br/>
            <a:r>
              <a:t>def build_maps_url(name, lat, lon, place_id=None):</a:t>
            </a:r>
            <a:br/>
            <a:r>
              <a:t>    if place_id:</a:t>
            </a:r>
            <a:br/>
            <a:r>
              <a:t>        return f'...query={name}&amp;query_place_id={pid}'</a:t>
            </a:r>
            <a:br/>
            <a:r>
              <a:t>    return f'...query={name}@{lat},{lon}'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487</Words>
  <Application>Microsoft Office PowerPoint</Application>
  <PresentationFormat>自訂</PresentationFormat>
  <Paragraphs>59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柏森 黃</cp:lastModifiedBy>
  <cp:revision>2</cp:revision>
  <dcterms:created xsi:type="dcterms:W3CDTF">2013-01-27T09:14:16Z</dcterms:created>
  <dcterms:modified xsi:type="dcterms:W3CDTF">2026-06-14T08:40:55Z</dcterms:modified>
  <cp:category/>
</cp:coreProperties>
</file>